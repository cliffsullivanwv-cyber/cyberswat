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 5 · DIGITAL CITIZENSHIP &amp; ONLINE SAFETY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777240" y="228600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CyberSWAT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Middle School Tech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Elementary Foundations · Classroom Slides — project while you teach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 First Digital Footprint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5th grade students take more responsibility for their digital footprint before middle school?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OPENING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Footprints Really Disappear?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“Footprints in wet sand stay a while — online, they can stay even longer.”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something you posted or sent · share with a partner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post can last much longer than we expect.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MINI-LESSON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Might See This?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people you meant to share with.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633472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FAMILY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633472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care about your choices.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529584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TEACHERS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3529584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you haven't met yet.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" y="4425696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53542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600200" y="4425696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EMPLOYERS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303520" y="4425696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who may look you up someday.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SCENARIO ANALYSIS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Old Post Resurfaces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post from years ago resurfaces at an unexpected 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might an old post matter later?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can you do to keep your footprint positive?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MODEL RESPONSE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Thinking Ahead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ect">
            <a:avLst/>
          </a:prstGeom>
          <a:solidFill>
            <a:srgbClr val="E1EF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think about who could see this before I post or send it.”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 · EXIT TICKET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digital footprint is…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63347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thing I'll think about before posting is…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529584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footprint looks like…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Online Friendships &amp; Strangers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5th grade students take more responsibility for their digital footprint before middle school?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OPENING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Friend or Stranger?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“Someone you've only met through a screen isn't the same as a friend from school.”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the difference · share with a partner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everyone online is who they say they are.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MINI-LESSON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to Answer?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FAVORITE GAME?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to answer.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633472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NAME &amp; SCHOOL?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633472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— tell an adult.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529584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LOOK LIKE?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3529584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share — tell an adult.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SCENARIO ANALYSIS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New Online Friend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gaming, a stranger asks your real name, school, and what you look like.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questions should you avoid answering?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a safe way to respond?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MODEL RESPONSE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Protecting Your Info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ect">
            <a:avLst/>
          </a:prstGeom>
          <a:solidFill>
            <a:srgbClr val="E1EF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don't share personal details with someone I only know online.”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2 · EXIT TICKET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between a friend and an online stranger is…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63347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question I should never answer online is…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529584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someone makes me uncomfortable, I will…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Balancing Screen Time &amp; Responsibility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Question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475488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5th grade students take more responsibility for their digital footprint before middle school?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OPENING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Who's In Control — You or the Screen?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“Screens are fun and useful — but balance matters too.”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48640" y="24231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something you enjoy without a screen · share out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626364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4A4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Balance, not elimination, is the goal.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MINI-LESSON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Self-Check Questions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FOLLOWING THE RULES?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303520" y="1737360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sticking to my family's plan?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600200" y="2633472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TAKING BREAKS?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303520" y="2633472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stepping away on my own?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600200" y="3529584"/>
            <a:ext cx="355701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SCREENS OVER NEEDS?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303520" y="3529584"/>
            <a:ext cx="60258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skipping things I should do?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SCENARIO ANALYSIS · 10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Screen-Time Negotiation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want two more hours of screen time after hitting today's limit.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the responsible choice here?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1089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could you calmly talk to a parent about it?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MODEL RESPONSE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My Own Time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1051560"/>
          </a:xfrm>
          <a:prstGeom prst="rect">
            <a:avLst/>
          </a:prstGeom>
          <a:solidFill>
            <a:srgbClr val="E1EFE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37360"/>
            <a:ext cx="104241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 follow my family's tech rules and take breaks on my own.”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C6E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3 · EXIT TICKET · 5 MIN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30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Go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00200" y="173736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sign my screen time is unbalanced is…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2633472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432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600200" y="2633472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non-screen activity I enjoy is…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529584"/>
            <a:ext cx="11064240" cy="777240"/>
          </a:xfrm>
          <a:prstGeom prst="rect">
            <a:avLst/>
          </a:prstGeom>
          <a:solidFill>
            <a:srgbClr val="E1EFEA"/>
          </a:solidFill>
          <a:ln/>
          <a:effectLst>
            <a:outerShdw sx="100000" sy="100000" kx="0" ky="0" algn="bl" rotWithShape="0" blurRad="38100" dist="12700" dir="5400000">
              <a:srgbClr val="888888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solidFill>
            <a:srgbClr val="1C6E7E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3931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600200" y="3529584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E3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family's tech agreement says…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30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965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8640" y="2331720"/>
            <a:ext cx="11064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Think Ahead · Stay Guarded · Find Balance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7490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think about who could see this before I post or send it. I don't share personal details with someone I only know online. I follow my family's tech rules and take breaks on my own.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FC0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trusted adults / school reporting pathway:  ______________________________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641908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CyberSWAT · Grade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1338560" y="641908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AB2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2026-08-21T13:16:23Z</dcterms:created>
  <dcterms:modified xsi:type="dcterms:W3CDTF">2026-08-21T13:16:23Z</dcterms:modified>
</cp:coreProperties>
</file>