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4 · DIGITAL CITIZENSHIP &amp; ONLINE SAFETY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CyberSWAT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Digital Citizens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Elementary Foundations · Classroom Slides — project while you teach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Strong Passwords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4th grade students make good choices as members of an online community?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OPENING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 Password Strong?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weak password is like leaving your front door unlocked.”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what makes a password hard to guess · share out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passwords protect more than just a game score.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MINI-LESSON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 Power-Up Rules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737360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8 characters.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2633472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633472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Letters, numbers, and symbols.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3529584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real word, name, or birthday.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SCENARIO ANALYSIS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 Tablet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students share a tablet. One is still logged in when the other sits down.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first student have done?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logging out matter?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MODEL RESPONSE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Passwords Secret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51560"/>
          </a:xfrm>
          <a:prstGeom prst="rect">
            <a:avLst/>
          </a:prstGeom>
          <a:solidFill>
            <a:srgbClr val="E1EFE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keep my password secret, even from friends.”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EXIT TICKET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that make a password strong are…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263347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never share my password because…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52958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shared device, I will always…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Manners &amp; Netiquette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4th grade students make good choices as members of an online community?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OPENING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Manners Matter Online?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“Typing in all caps can look like yelling — even if you don't mean it to.”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an online manners rule · share with a partner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manners that matter in person matter online.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MINI-LESSON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Netiquette Basics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ALL CAPS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737360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look like shouting.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2633472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BEFORE FORWARDING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633472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messages stay private.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REREAD BEFORE SENDING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3529584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Jokes can be misread online.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SCENARIO ANALYSIS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 Message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says, “Send this to 10 friends or something bad will happen!”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message likely true?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you do instead of forwarding it?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MODEL RESPONSE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Writing With Care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51560"/>
          </a:xfrm>
          <a:prstGeom prst="rect">
            <a:avLst/>
          </a:prstGeom>
          <a:solidFill>
            <a:srgbClr val="E1EFE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write online the way I'd want someone to write to me.”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EXIT TICKET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netiquette rule I'll follow is…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263347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get a chain message, I will…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52958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manners online matter because…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Spotting Trustworthy Information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Question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4th grade students make good choices as members of an online community?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OPENING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Really True?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“Not everything you read online is true — even if it looks real.”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something surprising you've read online · share out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you believe or share.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MINI-LESSON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Checks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SURPRISING?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03520" y="1737360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seems unbelievable, it might be.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2633472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SOURCE?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0" y="2633472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from somewhere you recognize?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35570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AN ADULT HELP?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03520" y="3529584"/>
            <a:ext cx="60258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unsure, ask and check together.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SCENARIO ANALYSIS · 10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Too-Good-To-Be-True Prize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 says, “You are the 100th visitor! Enter your name and address to win a bike!”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might this not be true?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ad really trying to get you to do?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MODEL RESPONSE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Before Believing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51560"/>
          </a:xfrm>
          <a:prstGeom prst="rect">
            <a:avLst/>
          </a:prstGeom>
          <a:solidFill>
            <a:srgbClr val="E1EFE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“I'll check with an adult before I believe or share this.”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C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EXIT TICKET · 5 MIN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E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Go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7373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I'll ask before believing something online is…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2633472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 that something might not be true is…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1064240" cy="777240"/>
          </a:xfrm>
          <a:prstGeom prst="rect">
            <a:avLst/>
          </a:prstGeom>
          <a:solidFill>
            <a:srgbClr val="E1EFEA"/>
          </a:solidFill>
          <a:ln/>
          <a:effectLst>
            <a:outerShdw sx="100000" sy="100000" kx="0" ky="0" algn="bl" rotWithShape="0" blurRad="38100" dist="127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solidFill>
            <a:srgbClr val="1C6E7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639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3529584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3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 share something, I will…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· Respect · Verify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keep my password secret, even from friends. I write online the way I'd want someone to write to me. I'll check with an adult before I believe or share this.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50292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trusted adults / school reporting pathway:  ______________________________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CyberSWAT · Grade 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2026-08-21T13:16:23Z</dcterms:created>
  <dcterms:modified xsi:type="dcterms:W3CDTF">2026-08-21T13:16:23Z</dcterms:modified>
</cp:coreProperties>
</file>