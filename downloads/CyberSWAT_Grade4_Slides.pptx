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3–12 · DIGITAL CITIZENSHIP &amp; ONLINE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972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C986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Digital Citizens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9875520" cy="18288"/>
          </a:xfrm>
          <a:prstGeom prst="rect">
            <a:avLst/>
          </a:prstGeom>
          <a:solidFill>
            <a:srgbClr val="3A4A6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4348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8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4th grade students make good choices as members of an online community?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6263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CyberSWAT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UNIT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" cy="502920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7335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Strong Passwords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71600" y="207568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· 35–40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502920" cy="502920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88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2491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Manners &amp; Netiquette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71600" y="312724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· 35–40 min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7647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Trustworthy Information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71600" y="417880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· 35–40 min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892040"/>
            <a:ext cx="502920" cy="502920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8280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Exercises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71600" y="5230368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scenario-based discussions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FRAMEWORKS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Strategies Students Will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73836" y="26517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1202436" y="26517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5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Before You Type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94276" y="26517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3E2C2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6517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5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 Power-Up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14716" y="2651760"/>
            <a:ext cx="3200400" cy="1737360"/>
          </a:xfrm>
          <a:prstGeom prst="roundRect">
            <a:avLst>
              <a:gd name="adj" fmla="val 5263"/>
            </a:avLst>
          </a:prstGeom>
          <a:solidFill>
            <a:srgbClr val="F3E2C2"/>
          </a:solidFill>
          <a:ln/>
        </p:spPr>
      </p:sp>
      <p:sp>
        <p:nvSpPr>
          <p:cNvPr id="9" name="Text 7"/>
          <p:cNvSpPr/>
          <p:nvPr/>
        </p:nvSpPr>
        <p:spPr>
          <a:xfrm>
            <a:off x="8243316" y="26517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5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vs. Untrusted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35–40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Strong Passwords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 describe what makes a password strong and explain why passwords should be kept secret.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4-5 example passwords (e.g., "password123", "Tk9!mPz2"). As a class, sort them from weakest to strongest.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3 rules of a strong password: long, uses a mix of letters/numbers/symbols, and is never something easy to guess like a birthday or pet's name.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a password is like a house key — you wouldn't hand your key to just anyone, and you wouldn't leave it under the doormat.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MODEL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keep my password secret, even from friends.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saying this out loud until it becomes automatic.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35–40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Manners &amp; Netiquette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 apply the same manners they use in person to online messages and class chats.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sample class-chat transcript aloud. Identify moments where someone used good manners and moments where someone didn't.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"netiquette" — manners for the internet. Typing in all caps can look like yelling; forwarding a private message without asking is unkind; jokes can be misread without a friendly tone of voice.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model response: "I write online the way I'd want someone to write to me."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MODEL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write online the way I'd want someone to write to me.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saying this out loud until it becomes automatic.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35–40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Spotting Trustworthy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DD5C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</a:t>
            </a:r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be able to identify signs that online information might not be trustworthy and know to check with an adult.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889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two sample claim cards. Ask: how could we find out if each one is true?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404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7490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simple trust checks for 4th graders: Does it seem too surprising to be true? Is it from a source you recognize? Could a grown-up help you check?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347472" cy="347472"/>
          </a:xfrm>
          <a:prstGeom prst="ellipse">
            <a:avLst/>
          </a:prstGeom>
          <a:solidFill>
            <a:srgbClr val="1B2B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480060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model response: "I'll check with an adult before I believe or share this."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MODEL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2E3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I'll check with an adult before I believe or share this.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5029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saying this out loud until it becomes automatic.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7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E2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Tabletop Exercises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E8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each scenario aloud, then work through the discussion questions as a class, in small groups, or as a quick-write.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Shared Tablet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share a classroom tablet. One student is still logged into their account when the other student sits down to use it next.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first student have done before handing over the tablet?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2702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second student do now?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 to log out of shared devices?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gets a message that says, "Send this to 10 friends or something bad will happen!" The student is scared and wants to forward it right away.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message likely to be true? How can you tell?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2702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student do instead of forwarding it?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could the student show the message to?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Too-Good-To-Be-True Prize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 pops up saying, "You are the 100th visitor! Enter your name and address to win a new bike!"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this ad not be telling the truth?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2702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ad really trying to get the student to do?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student do with this pop-up?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TABLETOP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B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Group Project Chat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3E2C2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group chat for a class project, one student keeps sending jokes and off-topic messages instead of working.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6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35844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4472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might this make the other group members feel?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2702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1330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netiquette rule is being broken?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4956048"/>
            <a:ext cx="128016" cy="128016"/>
          </a:xfrm>
          <a:prstGeom prst="ellipse">
            <a:avLst/>
          </a:prstGeom>
          <a:solidFill>
            <a:srgbClr val="276B5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81888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a group member say to get the chat back on track?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B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CyberSWAT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8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4 · Good Digital Citizens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5486400" cy="18288"/>
          </a:xfrm>
          <a:prstGeom prst="rect">
            <a:avLst/>
          </a:prstGeom>
          <a:solidFill>
            <a:srgbClr val="3A4A6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0690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scenarios only. Keeps students' real experiences private. Report concerns to a trusted adult.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2026-08-20T12:03:23Z</dcterms:created>
  <dcterms:modified xsi:type="dcterms:W3CDTF">2026-08-20T12:03:23Z</dcterms:modified>
</cp:coreProperties>
</file>