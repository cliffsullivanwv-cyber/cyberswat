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· DIGITAL CITIZENSHIP &amp; ONLINE SAFETY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77240" y="22860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CyberSWAT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Safe &amp; Kind Online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Elementary Foundations · Classroom Slides — project while you teach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Private, What's Not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Question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3rd grade students use technology safely, kindly, and responsibly?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OPENING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Just for You?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“Some things about you are private — just for you and people you trust.”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one private thing · share with a partner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things stay with people you trust.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MINI-LESSON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or OK to Share?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&amp; ADDRESS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737360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— only trusted grown-ups share this.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2633472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FAVORITE COLOR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2633472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to share — it's not personal.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03520" y="3529584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— never share, even with friends.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SCENARIO ANALYSIS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Game Pop-Up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pop-up says, “You Won! Click here to claim your prize!”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happen if you click it?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you do instead?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MODEL RESPONSE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Staying Safe, Staying Smart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51560"/>
          </a:xfrm>
          <a:prstGeom prst="rect">
            <a:avLst/>
          </a:prstGeom>
          <a:solidFill>
            <a:srgbClr val="E1EFE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“That's private. I'm not sharing that, and I'm telling my teacher.”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EXIT TICKET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Go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I'll keep private is…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00200" y="2633472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pop-up appears, I will…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3529584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trusted adult I can tell is…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Kind Online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Question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3rd grade students use technology safely, kindly, and responsibly?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OPENING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Words Online Hurt Too?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“Words typed on a screen can hurt just as much as words said out loud.”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kind online message · share with a partner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words matter online just like they do in person.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MINI-LESSON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Kind Words Online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SOMETHING NICE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737360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Compliments make people feel good.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2633472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BEFORE YOU TYPE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2633472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say it to their face?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AN ADULT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03520" y="3529584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see something unkind, speak up.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SCENARIO ANALYSIS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Unkind Message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classmate sends a message that says something mean about how you look.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think they feel?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first thing you should do?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MODEL RESPONSE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Responding with Kindness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51560"/>
          </a:xfrm>
          <a:prstGeom prst="rect">
            <a:avLst/>
          </a:prstGeom>
          <a:solidFill>
            <a:srgbClr val="E1EFE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 don't send unkind messages, and I tell an adult if I see one.”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EXIT TICKET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Go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word I can use online is…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00200" y="2633472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see an unkind message, I will…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3529584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kind online matters because…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Screens, Games &amp; Asking First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Question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3rd grade students use technology safely, kindly, and responsibly?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OPENING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 You Click That?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everything that pops up on a screen is safe to click.”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pop-up you've seen · share with a partner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ask a grown-up before you click or download.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MINI-LESSON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Ask-First Pop-Ups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WON!”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737360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first — this is likely not true.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2633472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“DOWNLOAD NOW!”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2633472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first — it could be unsafe.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“BUY COINS!”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03520" y="3529584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first — it could cost real money.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SCENARIO ANALYSIS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App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find a fun new app and want to download it right away.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you do before downloading?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you ask?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MODEL RESPONSE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Asking First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51560"/>
          </a:xfrm>
          <a:prstGeom prst="rect">
            <a:avLst/>
          </a:prstGeom>
          <a:solidFill>
            <a:srgbClr val="E1EFE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“I'll ask a grown-up before I download or click on that.”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EXIT TICKET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Go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 download something new, I will…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00200" y="2633472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pop-up I should never click is…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3529584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grown-up I can ask is…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First · Be Kind · Tell a Trusted Adult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private. I'm not sharing that, and I'm telling my teacher. I don't send unkind messages, and I tell an adult if I see one. I'll ask a grown-up before I download or click on that.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50292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trusted adults / school reporting pathway:  ______________________________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2026-08-21T13:16:23Z</dcterms:created>
  <dcterms:modified xsi:type="dcterms:W3CDTF">2026-08-21T13:16:23Z</dcterms:modified>
</cp:coreProperties>
</file>